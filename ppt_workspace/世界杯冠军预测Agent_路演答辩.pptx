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137160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世界杯冠军预测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一个会记忆、会想象、知道边界的预测 Agent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线上：ainidbm.github.io/WorldCup-Prediction-mm-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GitHub：ainidbm/WorldCup-Prediction-mm-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竞赛路演答辩 · 2026-07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332720" y="731520"/>
            <a:ext cx="1097280" cy="1097280"/>
          </a:xfrm>
          <a:prstGeom prst="ellipse">
            <a:avLst/>
          </a:prstGeom>
          <a:solidFill>
            <a:srgbClr val="FBBF24">
              <a:alpha val="15000"/>
            </a:srgbClr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0" y="7315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🏆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序幕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为什么是世界杯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预测世界杯，难的从来不是建模。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011680"/>
            <a:ext cx="54864" cy="2011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真实会变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34440" y="2743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已完赛 18 场结果锁定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赛况天天在变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201168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80560" y="2011680"/>
            <a:ext cx="54864" cy="20116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概率要叠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 次模拟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每场都要算晋级路径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01000" y="2011680"/>
            <a:ext cx="320040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2011680"/>
            <a:ext cx="54864" cy="20116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必须实时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75320" y="27432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 UTC 06:00 自动重算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不能算一次就死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7772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297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世界杯是 Agent 能力的终极试炼场：它必须在「已确定的真实」和「未发生的概率」之间持续思考。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世界杯难，不是因为建模难，是因为真实和概率要同时处理。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 · Agent 如何思考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≠ 模型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393192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传统预测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 → 模型 → 柱状图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只回答一个问题：</a:t>
            </a:r>
            <a:endParaRPr lang="en-US" sz="1600" dirty="0"/>
          </a:p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「谁赢？」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3931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6263640" y="1371600"/>
            <a:ext cx="54864" cy="3931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5544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本系统 · 一个 Agent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37960" y="219456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6995160" y="219456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赛果锁定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37960" y="2743200"/>
            <a:ext cx="320040" cy="3200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6995160" y="27432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395场历史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37960" y="3291840"/>
            <a:ext cx="320040" cy="3200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32918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想象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蒙特卡洛10000次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37960" y="3840480"/>
            <a:ext cx="320040" cy="320040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384048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表达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中文关键因素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4389120"/>
            <a:ext cx="320040" cy="32004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438912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谦逊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85%上限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模型只回答「谁赢」，Agent 要回答「凭什么、能信几成、新赛果来了怎么办」。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和模型的区别，是它知道自己能信到几成。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 · Agent 如何思考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六步思考流程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400300" y="2194560"/>
            <a:ext cx="2286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" name="Shape 3"/>
          <p:cNvSpPr/>
          <p:nvPr/>
        </p:nvSpPr>
        <p:spPr>
          <a:xfrm>
            <a:off x="125730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73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58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加载数据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58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记住事实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8298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0" name="Text 8"/>
          <p:cNvSpPr/>
          <p:nvPr/>
        </p:nvSpPr>
        <p:spPr>
          <a:xfrm>
            <a:off x="9829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14队·72场·395历史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83380" y="2194560"/>
            <a:ext cx="2286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2" name="Shape 10"/>
          <p:cNvSpPr/>
          <p:nvPr/>
        </p:nvSpPr>
        <p:spPr>
          <a:xfrm>
            <a:off x="304038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03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2890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特征工程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890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形成直觉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6606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7" name="Text 15"/>
          <p:cNvSpPr/>
          <p:nvPr/>
        </p:nvSpPr>
        <p:spPr>
          <a:xfrm>
            <a:off x="276606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4维·10向量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966460" y="2194560"/>
            <a:ext cx="2286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9" name="Shape 17"/>
          <p:cNvSpPr/>
          <p:nvPr/>
        </p:nvSpPr>
        <p:spPr>
          <a:xfrm>
            <a:off x="482346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34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41198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模型训练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1198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学习历史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4914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4" name="Text 22"/>
          <p:cNvSpPr/>
          <p:nvPr/>
        </p:nvSpPr>
        <p:spPr>
          <a:xfrm>
            <a:off x="454914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 200棵·78.99%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749540" y="2194560"/>
            <a:ext cx="2286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Shape 24"/>
          <p:cNvSpPr/>
          <p:nvPr/>
        </p:nvSpPr>
        <p:spPr>
          <a:xfrm>
            <a:off x="660654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B71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065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19506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蒙特卡洛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19506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想象未来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3222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1" name="Text 29"/>
          <p:cNvSpPr/>
          <p:nvPr/>
        </p:nvSpPr>
        <p:spPr>
          <a:xfrm>
            <a:off x="633222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10000次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9532620" y="2194560"/>
            <a:ext cx="22860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962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896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79781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射手预测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7814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推演个体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11530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8" name="Text 36"/>
          <p:cNvSpPr/>
          <p:nvPr/>
        </p:nvSpPr>
        <p:spPr>
          <a:xfrm>
            <a:off x="811530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47名球员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0172700" y="1828800"/>
            <a:ext cx="731520" cy="73152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727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97612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JSON输出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7612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开口说话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898380" y="3383280"/>
            <a:ext cx="1280160" cy="2743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4" name="Text 42"/>
          <p:cNvSpPr/>
          <p:nvPr/>
        </p:nvSpPr>
        <p:spPr>
          <a:xfrm>
            <a:off x="9898380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predictions+accuracy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它记住已发生的，学习过去的，想象一万种未来，用人话说出判断，并清楚自己能信到几成。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六步不是管线，是一个会思考的过程。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 · Agent 如何思考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特征工程：Agent 的直觉从哪来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0292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近期状态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最近踢得怎样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积分50% + 净胜球30% + 进球20%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0292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17920" y="1371600"/>
            <a:ext cx="54864" cy="1371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硬实力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0" y="15087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92240" y="19202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家底有多厚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FIFA40% + 身价35% + 历史25%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50292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017520"/>
            <a:ext cx="54864" cy="1371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交锋记录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3566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历史谁克谁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395场历史胜平负概率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02920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3017520"/>
            <a:ext cx="54864" cy="13716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情境因素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0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92240" y="35661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东道主与经验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东道主40% + 经验35% + 年龄25%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5486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663440"/>
            <a:ext cx="54864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663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关键决策：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 4 维权重只用于展示，模型用原始 10 维特征训练（见 Act II 决策一）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它的直觉来自四件事：状态、实力、交锋、情境。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 · Agent 如何思考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蒙特卡洛：想象一万种未来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同一个赛程，跑一万遍，数谁拿冠军最多。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2578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54864" cy="256032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朴素做法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774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310,000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次模型调用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4709160" cy="320040"/>
          </a:xfrm>
          <a:prstGeom prst="rect">
            <a:avLst/>
          </a:prstGeom>
          <a:solidFill>
            <a:srgbClr val="FB7185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 60 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55080" y="1828800"/>
            <a:ext cx="52578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1828800"/>
            <a:ext cx="54864" cy="2560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9659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预计算后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23774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629400" y="31089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次调用（91 组对阵预计算）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3566160"/>
            <a:ext cx="1371600" cy="320040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 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57800" y="2926080"/>
            <a:ext cx="1645920" cy="1097280"/>
          </a:xfrm>
          <a:prstGeom prst="ellipse">
            <a:avLst/>
          </a:prstGeom>
          <a:solidFill>
            <a:srgbClr val="FBBF24"/>
          </a:solidFill>
          <a:ln/>
          <a:effectLst>
            <a:outerShdw sx="100000" sy="100000" kx="0" ky="0" algn="bl" rotWithShape="0" blurRad="1524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29260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100x+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5780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06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不是算得慢就认真，预计算让「想象一万次」变成可日常运行的事。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它想象一万种未来，但因为预计算，只要两秒。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 · Agent 如何思考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记忆与谦逊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657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600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记忆 · 渐进式赛果融合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已完赛 18 场真实结果锁定进模拟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剩余只推演未完成场次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随赛况进化，越往后越准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0352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371600"/>
            <a:ext cx="54864" cy="3657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0" y="1600200"/>
            <a:ext cx="457200" cy="45720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2376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谦逊 · 85% 胜率硬上限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超出 85% 的部分按比例退给平局和对手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再强也不说自己稳赢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防过度自信的设计红线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4114800"/>
            <a:ext cx="4389120" cy="22860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4114800"/>
            <a:ext cx="3730752" cy="228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4069080"/>
            <a:ext cx="27432" cy="32004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9" name="Text 17"/>
          <p:cNvSpPr/>
          <p:nvPr/>
        </p:nvSpPr>
        <p:spPr>
          <a:xfrm>
            <a:off x="9400032" y="4389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上限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记忆让它随赛况进化，谦逊让它不翻车。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它把已踢完的锁住，再强也只敢说八成五。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 · 架构如何支撑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四层架构总览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914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管「事实」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teams.json · group_results · knockout_bracket · historical.csv(395场)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642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68880"/>
            <a:ext cx="73152" cy="9144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560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预测引擎层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560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管「思考」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→ model → monte_carlo → output → top_scorer · 7个后端模块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642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566160"/>
            <a:ext cx="73152" cy="914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可视化层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管「翻译」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069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Recharts + SVG · 4大组件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754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部署层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4754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管「活着」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→ Pages · CI/CD 全自动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接下来三页，不讲「是什么」，讲「为什么这么搭」。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四层，每层只干一件事，边界清楚。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 · 架构如何支撑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决策一：模型与可解释性分离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486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问题：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如果用 4 维加权直接训练，模型会过拟合权重，且黑箱不可解释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03520" cy="1828800"/>
          </a:xfrm>
          <a:prstGeom prst="rect">
            <a:avLst/>
          </a:prstGeom>
          <a:solidFill>
            <a:srgbClr val="334155">
              <a:alpha val="6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权重即特征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简单但黑箱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✗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03520" cy="1828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2011680"/>
            <a:ext cx="54864" cy="18288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 B 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603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原始特征训练 + 4 维仅展示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复杂但双解释层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选择 B：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随机森林吃 10 维原始特征训练；4 维权重 (40/30/15/15) 只生成中文关键因素给前端展示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比赛旁出现 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783080" y="4754880"/>
            <a:ext cx="1261872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1783080" y="4754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法国整体实力占优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82112" y="4754880"/>
            <a:ext cx="1399032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3182112" y="475488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摩洛哥近期状态更佳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18304" y="4754880"/>
            <a:ext cx="1261872" cy="32004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4754880"/>
            <a:ext cx="1261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法国大赛底蕴更深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模型归模型，解释归解释，两层分开才都稳。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 · 架构如何支撑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决策二：概率预计算 + 静态部署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354580" y="2267712"/>
            <a:ext cx="320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" name="Text 3"/>
          <p:cNvSpPr/>
          <p:nvPr/>
        </p:nvSpPr>
        <p:spPr>
          <a:xfrm>
            <a:off x="230886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9154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891540" y="2011680"/>
            <a:ext cx="1463040" cy="365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8" name="Text 6"/>
          <p:cNvSpPr/>
          <p:nvPr/>
        </p:nvSpPr>
        <p:spPr>
          <a:xfrm>
            <a:off x="89154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310,000次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37660" y="2267712"/>
            <a:ext cx="320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0" name="Text 8"/>
          <p:cNvSpPr/>
          <p:nvPr/>
        </p:nvSpPr>
        <p:spPr>
          <a:xfrm>
            <a:off x="409194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7462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2674620" y="2011680"/>
            <a:ext cx="1463040" cy="365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/>
          <p:nvPr/>
        </p:nvSpPr>
        <p:spPr>
          <a:xfrm>
            <a:off x="267462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预计算91组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20740" y="2267712"/>
            <a:ext cx="320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5" name="Text 13"/>
          <p:cNvSpPr/>
          <p:nvPr/>
        </p:nvSpPr>
        <p:spPr>
          <a:xfrm>
            <a:off x="587502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5770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57700" y="201168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445770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496次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03820" y="2267712"/>
            <a:ext cx="320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765810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4078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6240780" y="2011680"/>
            <a:ext cx="146304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3" name="Text 21"/>
          <p:cNvSpPr/>
          <p:nvPr/>
        </p:nvSpPr>
        <p:spPr>
          <a:xfrm>
            <a:off x="624078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&lt;2秒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86900" y="2267712"/>
            <a:ext cx="32004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9441180" y="21031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755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02386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8023860" y="2011680"/>
            <a:ext cx="14630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8" name="Text 26"/>
          <p:cNvSpPr/>
          <p:nvPr/>
        </p:nvSpPr>
        <p:spPr>
          <a:xfrm>
            <a:off x="802386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敢塞进CI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06940" y="2011680"/>
            <a:ext cx="146304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9806940" y="2011680"/>
            <a:ext cx="146304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9806940" y="2011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纯静态Pages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3017520"/>
            <a:ext cx="11064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017520"/>
            <a:ext cx="54864" cy="59436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性能墙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377440" y="30175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朴素蒙特卡洛 310000 次调用，&gt;60 秒，CI 里跑不动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3703320"/>
            <a:ext cx="11064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48640" y="3703320"/>
            <a:ext cx="54864" cy="59436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377440" y="37033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队两两预计算 91 组对阵概率，模拟内只查表，调用降到 496 次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4389120"/>
            <a:ext cx="11064240" cy="5943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48640" y="4389120"/>
            <a:ext cx="54864" cy="5943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2" name="Text 40"/>
          <p:cNvSpPr/>
          <p:nvPr/>
        </p:nvSpPr>
        <p:spPr>
          <a:xfrm>
            <a:off x="822960" y="43891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连带决策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377440" y="4389120"/>
            <a:ext cx="8961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因为算得快，敢做纯静态部署 — 所有计算在 CI 跑完，GitHub Pages 只发静态文件，零服务端依赖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5" name="Shape 43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算得快，才敢把后端塞进 CI，前端纯静态。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 · 架构如何支撑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全自动流水线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4442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86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06:00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每日自动触发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UTC 06:00 定时跑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零人工干预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58640" y="1371600"/>
            <a:ext cx="34442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8640" y="1371600"/>
            <a:ext cx="54864" cy="22860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/>
          <p:nvPr/>
        </p:nvSpPr>
        <p:spPr>
          <a:xfrm>
            <a:off x="4632960" y="15544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10步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32960" y="22860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管线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2960" y="2651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 → build → deploy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全链路自动化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68640" y="1371600"/>
            <a:ext cx="34442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68640" y="1371600"/>
            <a:ext cx="54864" cy="22860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442960" y="1554480"/>
            <a:ext cx="289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442960" y="228600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服务端依赖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42960" y="2651760"/>
            <a:ext cx="289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纯静态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零成本 · 零运维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931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部署策略：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所有计算在 CI 跑完，GitHub Pages 只发静态文件。用户永远看到最新预测，无需服务端。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10 步管线：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4663440"/>
            <a:ext cx="758952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46634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9544" y="4663440"/>
            <a:ext cx="603504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3209544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py3.12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86200" y="4663440"/>
            <a:ext cx="370332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3886200" y="4663440"/>
            <a:ext cx="370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29684" y="4663440"/>
            <a:ext cx="681228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4329684" y="466344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84064" y="4663440"/>
            <a:ext cx="603504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5084064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node20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760720" y="4663440"/>
            <a:ext cx="603504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760720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ci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437376" y="4663440"/>
            <a:ext cx="52578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6437376" y="4663440"/>
            <a:ext cx="525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36308" y="4663440"/>
            <a:ext cx="681228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7036308" y="466344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 json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790688" y="4663440"/>
            <a:ext cx="758952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9" name="Text 37"/>
          <p:cNvSpPr/>
          <p:nvPr/>
        </p:nvSpPr>
        <p:spPr>
          <a:xfrm>
            <a:off x="7790688" y="46634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622792" y="4663440"/>
            <a:ext cx="52578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1" name="Text 39"/>
          <p:cNvSpPr/>
          <p:nvPr/>
        </p:nvSpPr>
        <p:spPr>
          <a:xfrm>
            <a:off x="8622792" y="4663440"/>
            <a:ext cx="5257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3" name="Shape 41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算完就发，零服务端，零运维。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III · 工具链如何落地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八轮迭代地图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74904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" name="Shape 3"/>
          <p:cNvSpPr/>
          <p:nvPr/>
        </p:nvSpPr>
        <p:spPr>
          <a:xfrm>
            <a:off x="329184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74904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48056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21208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75488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94360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67512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7512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40664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0664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8138160" y="2313432"/>
            <a:ext cx="274320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9" name="Shape 27"/>
          <p:cNvSpPr/>
          <p:nvPr/>
        </p:nvSpPr>
        <p:spPr>
          <a:xfrm>
            <a:off x="768096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38160" y="2606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8412480" y="2103120"/>
            <a:ext cx="457200" cy="457200"/>
          </a:xfrm>
          <a:prstGeom prst="ellipse">
            <a:avLst/>
          </a:prstGeom>
          <a:solidFill>
            <a:srgbClr val="1E293B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91840" y="3200400"/>
            <a:ext cx="1371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91840" y="3200400"/>
            <a:ext cx="54864" cy="1645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6" name="Text 34"/>
          <p:cNvSpPr/>
          <p:nvPr/>
        </p:nvSpPr>
        <p:spPr>
          <a:xfrm>
            <a:off x="347472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1-3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47472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从 0 到 1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474720" y="4023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打地基：代码 · 文档 · 数据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394960" y="3200400"/>
            <a:ext cx="1371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94960" y="3200400"/>
            <a:ext cx="54864" cy="16459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41" name="Text 39"/>
          <p:cNvSpPr/>
          <p:nvPr/>
        </p:nvSpPr>
        <p:spPr>
          <a:xfrm>
            <a:off x="557784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4-6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57784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核心演进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577840" y="4023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进化：过滤 · 比分 · 像样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98080" y="3200400"/>
            <a:ext cx="1371600" cy="16459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498080" y="3200400"/>
            <a:ext cx="54864" cy="1645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6" name="Text 44"/>
          <p:cNvSpPr/>
          <p:nvPr/>
        </p:nvSpPr>
        <p:spPr>
          <a:xfrm>
            <a:off x="7680960" y="33375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7-8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80960" y="36576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上线交付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680960" y="4023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收口：文档 · 上线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5212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这不是一次成型，是一个真实迭代过程，每轮都用 handoff skill 交接上下文。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51" name="Shape 49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八轮迭代，handoff 接力，每轮解决一个真问题。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III · 工具链如何落地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第一阶段：从 0 到 1（轮 1-3）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657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从零搭一个全栈预测系统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多 Task 编排（12个Task：7后端+5前端+CI/CD）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8404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0690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一次会话产出可运行全栈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8160" y="1371600"/>
            <a:ext cx="54864" cy="3657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460248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248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2480" y="22402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代码有了但缺架构文档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02480" y="283464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02480" y="30632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Qoder RepoWiki 自动生成知识库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02480" y="38404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02480" y="40690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6页架构文档 + 3张知识卡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0768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07680" y="1371600"/>
            <a:ext cx="54864" cy="3657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82000" y="2240280"/>
            <a:ext cx="295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训练数据只有 117 场，太少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82000" y="283464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2000" y="306324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openfootball/worldcup.json + euro.json + 清洗脚本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82000" y="38404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2000" y="406908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117 → 395 场，身价单位统一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2" name="Shape 30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前三轮打地基：代码、文档、数据。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III · 工具链如何落地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第二阶段：核心演进（轮 4-6）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65760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模拟按全部 32 队跑，已淘汰队伍污染预测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actual_results 赛果注入 + KnockoutProgress 组件 + Vite 分包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32→14队过滤，回测扩到90场，包体547KB→193KB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2816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8160" y="1371600"/>
            <a:ext cx="54864" cy="36576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460248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0248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02480" y="224028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只预测谁赢，不够直观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02480" y="29260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02480" y="31546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Poisson PMF 比分预测 + CSS badge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02480" y="402336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02480" y="4251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每场给出预测比分（如巴西 2-1 挪威）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07680" y="1371600"/>
            <a:ext cx="3505200" cy="3657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07680" y="1371600"/>
            <a:ext cx="54864" cy="365760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4" name="Text 22"/>
          <p:cNvSpPr/>
          <p:nvPr/>
        </p:nvSpPr>
        <p:spPr>
          <a:xfrm>
            <a:off x="8382000" y="1508760"/>
            <a:ext cx="295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82000" y="20116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82000" y="224028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 Poisson 比分太保守（全是 1-0）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82000" y="292608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2000" y="3154680"/>
            <a:ext cx="295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参数调优 (decay 0.72→0.85 · blend 60:40→30:70) + 平局修正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82000" y="4023360"/>
            <a:ext cx="295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82000" y="4251960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比分多样化（2-1 / 0-2 / 3-0 都有）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5303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比分演进：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737360" y="5303520"/>
            <a:ext cx="6858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1737360" y="5303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1-0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5303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108960" y="5303520"/>
            <a:ext cx="6858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3108960" y="5303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2-1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31920" y="5303520"/>
            <a:ext cx="6858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0" y="5303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0-2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5303520"/>
            <a:ext cx="6858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0" name="Text 38"/>
          <p:cNvSpPr/>
          <p:nvPr/>
        </p:nvSpPr>
        <p:spPr>
          <a:xfrm>
            <a:off x="4754880" y="53035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2" name="Shape 40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三轮核心进化：先算对谁晋级，再算比分，最后让比分像真比赛。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III · 工具链如何落地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第三阶段：上线交付（轮 7-8）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840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要参赛提交，得有完整答辩材料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通读全部源码 + 撰写 competition-submission.md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覆盖架构30分 / 可视化30分 / 创新20分 / 加分项完整文档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54864" cy="38404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508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轮 8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01168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71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要让评委能在线访问，得部署上线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063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CI/CD + Pages 静态部署 + Vite 构建 + 自动重算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9319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4160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每日 UTC 06:00 自动重算，零服务端依赖，零成本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最后两轮：先写成文档，再做成能看的线上服务。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IV · 结果有多准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冠军预测：法国 19.51%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737360" y="1645920"/>
            <a:ext cx="50292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737360" y="1645920"/>
            <a:ext cx="4905985" cy="457200"/>
          </a:xfrm>
          <a:prstGeom prst="rect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734785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19.51%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巴西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37360" y="2331720"/>
            <a:ext cx="50292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331720"/>
            <a:ext cx="3676345" cy="457200"/>
          </a:xfrm>
          <a:prstGeom prst="rect">
            <a:avLst/>
          </a:prstGeom>
          <a:solidFill>
            <a:srgbClr val="4ADE80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505145" y="2331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14.62%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017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摩洛哥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737360" y="3017520"/>
            <a:ext cx="50292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37360" y="3017520"/>
            <a:ext cx="3475177" cy="457200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303977" y="3017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13.82%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703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哥伦比亚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737360" y="3703320"/>
            <a:ext cx="50292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37360" y="3703320"/>
            <a:ext cx="2474366" cy="457200"/>
          </a:xfrm>
          <a:prstGeom prst="rect">
            <a:avLst/>
          </a:prstGeom>
          <a:solidFill>
            <a:srgbClr val="FB7185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303166" y="37033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9.84%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比利时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737360" y="4389120"/>
            <a:ext cx="5029200" cy="457200"/>
          </a:xfrm>
          <a:prstGeom prst="rect">
            <a:avLst/>
          </a:prstGeom>
          <a:solidFill>
            <a:srgbClr val="334155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37360" y="4389120"/>
            <a:ext cx="1984019" cy="457200"/>
          </a:xfrm>
          <a:prstGeom prst="rect">
            <a:avLst/>
          </a:prstGeom>
          <a:solidFill>
            <a:srgbClr val="38BDF8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812819" y="4389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7.89%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640" y="1554480"/>
            <a:ext cx="420624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554480"/>
            <a:ext cx="54864" cy="3200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法国夺冠推理链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80960" y="2194560"/>
            <a:ext cx="274320" cy="27432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R16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138160" y="2194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 ✓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799832" y="2468880"/>
            <a:ext cx="36576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265176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38160" y="2651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 3-0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99832" y="2926080"/>
            <a:ext cx="36576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310896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SF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3816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65%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799832" y="3383280"/>
            <a:ext cx="36576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9" name="Shape 37"/>
          <p:cNvSpPr/>
          <p:nvPr/>
        </p:nvSpPr>
        <p:spPr>
          <a:xfrm>
            <a:off x="7680960" y="3566160"/>
            <a:ext cx="274320" cy="27432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决赛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1381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55%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799832" y="3840480"/>
            <a:ext cx="36576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3" name="Shape 41"/>
          <p:cNvSpPr/>
          <p:nvPr/>
        </p:nvSpPr>
        <p:spPr>
          <a:xfrm>
            <a:off x="7680960" y="4023360"/>
            <a:ext cx="274320" cy="2743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44" name="Text 42"/>
          <p:cNvSpPr/>
          <p:nvPr/>
        </p:nvSpPr>
        <p:spPr>
          <a:xfrm>
            <a:off x="7680960" y="4023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206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夺冠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13816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 60%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不是法国最强，是法国在每一步都「比较强」，概率乘起来最高。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48" name="Shape 46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49" name="Text 47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 19.5% 排第一，因为它每一步都稳，不是某一步爆。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IV · 结果有多准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准确率证据：淘汰赛 88.9%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49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78.99%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交叉验证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349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371600"/>
            <a:ext cx="73152" cy="1463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5087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74.44%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综合回测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49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08960"/>
            <a:ext cx="73152" cy="14630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461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70.83%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小组赛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3108960"/>
            <a:ext cx="534924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50800" dir="16200000">
              <a:srgbClr val="FBBF24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3108960"/>
            <a:ext cx="73152" cy="14630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2461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88.89%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537960" y="402336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淘汰赛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18场对16场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663440"/>
            <a:ext cx="54864" cy="6400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63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反差点：</a:t>
            </a:r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淘汰赛反而比小组赛准 — 18 场猜对 16 场，因为淘汰赛有平局/加时/点球，模型的优势更明显。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3949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场是独立验证集（已完赛结果作验证，非训练集泄漏）。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淘汰赛 18 场对 16 场，88.9%，越关键越准。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IV · 结果有多准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可解释性：Agent 会说人话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2004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法国 vs 摩洛哥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法国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94560" y="2011680"/>
            <a:ext cx="548640" cy="365760"/>
          </a:xfrm>
          <a:prstGeom prst="rect">
            <a:avLst/>
          </a:prstGeom>
          <a:solidFill>
            <a:srgbClr val="38BDF8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0116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摩洛哥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94560" y="2468880"/>
            <a:ext cx="548640" cy="36576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2468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26080" y="24688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关键因素：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291840"/>
            <a:ext cx="1444752" cy="2926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9184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法国整体实力占优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657600"/>
            <a:ext cx="1444752" cy="2926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657600"/>
            <a:ext cx="1444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法国大赛底蕴更深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1591056" cy="2926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023360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摩洛哥近期状态更佳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1371600"/>
            <a:ext cx="52120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49440" y="1371600"/>
            <a:ext cx="54864" cy="32004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508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射手榜 Top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23760" y="20116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2011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525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球队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4984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已进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32320" y="2377440"/>
            <a:ext cx="5029200" cy="45720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3774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80960" y="23774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姆巴佩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052560" y="2377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法国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14984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0" y="2377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32320" y="2880360"/>
            <a:ext cx="5029200" cy="45720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80960" y="2880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梅西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052560" y="28803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阿根廷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4984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97280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132320" y="3383280"/>
            <a:ext cx="5029200" cy="457200"/>
          </a:xfrm>
          <a:prstGeom prst="rect">
            <a:avLst/>
          </a:prstGeom>
          <a:solidFill>
            <a:srgbClr val="FBBF24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722376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80960" y="3383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哈兰德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05256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挪威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149840" y="3383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972800" y="33832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评委看不懂随机森林，但看得懂「法国实力占优」；这就是可解释性的意义。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50" name="Shape 48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1" name="Text 49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它不只给概率，还告诉你凭什么。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尾声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项目价值：这证明了什么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444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4864" cy="2560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≠ 模型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是有边界的思考体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会记忆、会谦逊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8640" y="1554480"/>
            <a:ext cx="3444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8640" y="1554480"/>
            <a:ext cx="54864" cy="256032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0" name="Text 8"/>
          <p:cNvSpPr/>
          <p:nvPr/>
        </p:nvSpPr>
        <p:spPr>
          <a:xfrm>
            <a:off x="4632960" y="173736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工程让重算变日常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32960" y="2286000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预计算让 10000 次模拟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成为 CI 里的日常操作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68640" y="1554480"/>
            <a:ext cx="3444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68640" y="1554480"/>
            <a:ext cx="54864" cy="25603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8442960" y="173736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可解释是信任前提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42960" y="2286000"/>
            <a:ext cx="289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不是附属功能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 Agent 被信任的门槛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1064240" cy="82296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80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预测类 Agent 的公式 =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66160" y="470916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记忆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43400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+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80560" y="470916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448056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DE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想象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+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94960" y="470916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谦逊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4709160"/>
            <a:ext cx="7315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709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718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人话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86600" y="470916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223760" y="4709160"/>
            <a:ext cx="9601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470916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可验证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11064240" cy="50292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6080760"/>
            <a:ext cx="54864" cy="5029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080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这不只是预测世界杯，是一种造 Agent 的方法。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31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线上体验 + Q&amp;A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880360" y="1828800"/>
            <a:ext cx="640080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880360" y="1828800"/>
            <a:ext cx="54864" cy="2286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315468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06908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Pages · 静态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154680" y="2926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ainidbm.github.io/WorldCup-Prediction-mm-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54680" y="33832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每日自动重算 · 零成本 · 零服务端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仓库：github.com/ainidbm/WorldCup-Prediction-mm-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solidFill>
            <a:srgbClr val="020617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5029200"/>
            <a:ext cx="54864" cy="5486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欢迎提问，特别是「你凭什么信」这类问题。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谢谢！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064240" y="65379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2026世界杯冠军预测Agent · 路演答辩</dc:title>
  <dc:subject>PptxGenJS Presentation</dc:subject>
  <dc:creator>WorldCup Prediction Agent</dc:creator>
  <cp:lastModifiedBy>WorldCup Prediction Agent</cp:lastModifiedBy>
  <cp:revision>1</cp:revision>
  <dcterms:created xsi:type="dcterms:W3CDTF">2026-07-05T16:05:49Z</dcterms:created>
  <dcterms:modified xsi:type="dcterms:W3CDTF">2026-07-05T16:05:49Z</dcterms:modified>
</cp:coreProperties>
</file>